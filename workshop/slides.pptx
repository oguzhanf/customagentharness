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914400"/>
            <a:ext cx="310896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1463040"/>
            <a:ext cx="3108960" cy="36576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2011680"/>
            <a:ext cx="310896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2560320"/>
            <a:ext cx="3108960" cy="36576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3108960"/>
            <a:ext cx="310896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0" y="3657600"/>
            <a:ext cx="3108960" cy="36576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4206240"/>
            <a:ext cx="310896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0" y="4754880"/>
            <a:ext cx="3108960" cy="36576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828800"/>
            <a:ext cx="45720" cy="32004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build-and-govern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Customer-Owned Agents on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365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3-hour workshop for IT architects, developers, systems &amp; security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0972800" cy="36576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admin@mixox.org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tenant: mixox.org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harness demo --workshop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00E5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agenda.md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hours, one story arc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463040"/>
            <a:ext cx="11155680" cy="4114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463040"/>
            <a:ext cx="73152" cy="4114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1463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Microsoft AI landscape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1965960"/>
            <a:ext cx="11155680" cy="4114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65960"/>
            <a:ext cx="73152" cy="4114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19659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365 concepts (Blueprint, Identity, Purview, Defender, Tools)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2468880"/>
            <a:ext cx="11155680" cy="4114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468880"/>
            <a:ext cx="73152" cy="4114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468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00:35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11680" y="24688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YourCustomAgentHarness fits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11155680" cy="4114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971800"/>
            <a:ext cx="73152" cy="4114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00:50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11680" y="29718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intro — what you'll see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3474720"/>
            <a:ext cx="11155680" cy="4114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474720"/>
            <a:ext cx="73152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011680" y="3474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 demo: harness up → blueprint → SDK boot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3977640"/>
            <a:ext cx="11155680" cy="4114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977640"/>
            <a:ext cx="73152" cy="411480"/>
          </a:xfrm>
          <a:prstGeom prst="rect">
            <a:avLst/>
          </a:prstGeom>
          <a:solidFill>
            <a:srgbClr val="8A8FA3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977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01:30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011680" y="3977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(5 min)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4480560"/>
            <a:ext cx="11155680" cy="4114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480560"/>
            <a:ext cx="73152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4480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01:35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011680" y="44805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· Entra Agent ID · Purview block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48640" y="4983480"/>
            <a:ext cx="11155680" cy="4114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983480"/>
            <a:ext cx="73152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983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02:05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011680" y="49834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UI: OBO (Mail/Cal) + KB grounding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48640" y="5486400"/>
            <a:ext cx="11155680" cy="4114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486400"/>
            <a:ext cx="73152" cy="4114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486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02:40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2011680" y="54864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Create-new-agent wizard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48640" y="5989320"/>
            <a:ext cx="11155680" cy="4114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5989320"/>
            <a:ext cx="73152" cy="4114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" y="5989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02:50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011680" y="59893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Q&amp;A · leave-behind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opportunity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arriving — your job is to govern them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3657600" cy="192024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19202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777240" y="2606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piloting custom agents in 2025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1554480"/>
            <a:ext cx="3657600" cy="192024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1554480"/>
            <a:ext cx="73152" cy="192024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691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4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4572000" y="2606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deployments lacks identity governance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1554480"/>
            <a:ext cx="3657600" cy="192024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554480"/>
            <a:ext cx="73152" cy="19202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1691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8366760" y="2606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for sensitive data leaks via prompts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11155680" cy="2377440"/>
          </a:xfrm>
          <a:prstGeom prst="rect">
            <a:avLst/>
          </a:prstGeom>
          <a:solidFill>
            <a:srgbClr val="141828"/>
          </a:solidFill>
          <a:ln w="9525">
            <a:solidFill>
              <a:srgbClr val="FF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069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'should we let teams build agents?'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4526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It's: every agent gets an identity, every prompt gets classified,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2960" y="5074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shows up in your SOC — without rebuilding your harness.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That's what Microsoft Agent 365 delivers.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landscape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 365 sits in the Microsoft AI stack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77724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7772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5544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Models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89120" y="1554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· Azure OpenAI · Hosted + BYO models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468880"/>
            <a:ext cx="11155680" cy="77724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468880"/>
            <a:ext cx="73152" cy="77724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468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Orchestration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89120" y="24688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 · Copilot Studio · Custom code (yours)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11155680" cy="77724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383280"/>
            <a:ext cx="73152" cy="7772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383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365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389120" y="33832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(Entra) · Observability (OTel) · Tools (Work IQ) · Governance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11155680" cy="77724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97680"/>
            <a:ext cx="73152" cy="7772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297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Knowledge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89120" y="42976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· SharePoint · Dataverse · your KB / MCP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11155680" cy="77724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212080"/>
            <a:ext cx="73152" cy="77724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212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389120" y="52120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(DLP, audit) · Defender for Cloud Apps · Entra Conditional Access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365 in one sentence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645920"/>
            <a:ext cx="11155680" cy="1280160"/>
          </a:xfrm>
          <a:prstGeom prst="rect">
            <a:avLst/>
          </a:prstGeom>
          <a:solidFill>
            <a:srgbClr val="141828"/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7373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plane that gives every agent an identity, a registration, a governance perimeter, and a tool surface — without forcing you to change your runtime.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2697480" cy="2743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00400"/>
            <a:ext cx="73152" cy="27432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Agent Blueprint → Agent ID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83280" y="3200400"/>
            <a:ext cx="2697480" cy="2743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3200400"/>
            <a:ext cx="73152" cy="274320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11880" y="4160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→ Agent 365 export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200400"/>
            <a:ext cx="2697480" cy="2743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200400"/>
            <a:ext cx="73152" cy="2743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46520" y="4160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IQ + MCP + Graph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52560" y="3200400"/>
            <a:ext cx="2697480" cy="2743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3200400"/>
            <a:ext cx="73152" cy="274320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29" name="Text 27"/>
          <p:cNvSpPr/>
          <p:nvPr/>
        </p:nvSpPr>
        <p:spPr>
          <a:xfrm>
            <a:off x="928116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281160" y="4160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· Defender · Admin Center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entra.blueprint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Agent Blueprint — the identity manifest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21945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YAML/JSON that defines an agent's persona, owner, sponsor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Graph delegated + application permissions it may ever request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Purview sensitive-information types it must reason about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model deployment &amp; endpoint binding (Foundry)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source-of-truth — promoted through dev→test→prod via change control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with Entra; mints the Agent ID; lights up Admin Center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54480"/>
            <a:ext cx="73152" cy="47548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(excerpt)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46520" y="2194560"/>
            <a:ext cx="5074920" cy="3931920"/>
          </a:xfrm>
          <a:prstGeom prst="rect">
            <a:avLst/>
          </a:prstGeom>
          <a:solidFill>
            <a:srgbClr val="0D1224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6248" y="2286000"/>
            <a:ext cx="109728" cy="109728"/>
          </a:xfrm>
          <a:prstGeom prst="ellipse">
            <a:avLst/>
          </a:prstGeom>
          <a:solidFill>
            <a:srgbClr val="FF2A6D"/>
          </a:solidFill>
          <a:ln/>
        </p:spPr>
      </p:sp>
      <p:sp>
        <p:nvSpPr>
          <p:cNvPr id="22" name="Shape 20"/>
          <p:cNvSpPr/>
          <p:nvPr/>
        </p:nvSpPr>
        <p:spPr>
          <a:xfrm>
            <a:off x="6720840" y="2286000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885432" y="2286000"/>
            <a:ext cx="109728" cy="109728"/>
          </a:xfrm>
          <a:prstGeom prst="ellipse">
            <a:avLst/>
          </a:prstGeom>
          <a:solidFill>
            <a:srgbClr val="53D169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514600"/>
            <a:ext cx="4800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customagentharness/v1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AgentBlueprint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ForgedAgentOne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owner: admin@mixox.org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sponsor: admin@mixox.org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authMode: delegated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delegatedPermissions: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Mail.Read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Calendars.Read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provider: AzureOpenAI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deploymentName: gpt-4.1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governance: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purview: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sensitiveInformationTypes: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USSocialSecurityNumber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IBAN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entra.agent-id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Agent ID — first-class identity for agents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8A8FA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Yesterday: Service Principal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228600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apps &amp; daemons, not autonomous agents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notion of sponsor / owner accountability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blueprint linkage → drift between code and identity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answer: 'who let this agent into Outlook?'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land in sign-in logs as a generic workload identity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54480"/>
            <a:ext cx="73152" cy="47548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Entra Agent ID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228600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identity object minted from a Blueprint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owner + sponsor as first-class attributes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 in the M365 admin center agent catalog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OBO tokens scoped exactly to its declared permissions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sign-in events tagged with AgentId for SOC pivots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patterns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identity patterns you'll use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Delegated (OBO)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as the user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6060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signs in via MSAL.js → SPA gets Graph token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passes user assertion to agent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exchanges assertion for OBO token (scope: Mail.Read)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reads honor the user's existing ACLs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212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Demo: ForgedAgentOne reads your unread mail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669280"/>
            <a:ext cx="864108" cy="292608"/>
          </a:xfrm>
          <a:prstGeom prst="roundRect">
            <a:avLst>
              <a:gd name="adj" fmla="val 25000"/>
            </a:avLst>
          </a:prstGeom>
          <a:solidFill>
            <a:srgbClr val="141828"/>
          </a:solidFill>
          <a:ln w="12700">
            <a:solidFill>
              <a:srgbClr val="B02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69280"/>
            <a:ext cx="86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delegated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20240" y="5669280"/>
            <a:ext cx="864108" cy="292608"/>
          </a:xfrm>
          <a:prstGeom prst="roundRect">
            <a:avLst>
              <a:gd name="adj" fmla="val 25000"/>
            </a:avLst>
          </a:prstGeom>
          <a:solidFill>
            <a:srgbClr val="14182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5669280"/>
            <a:ext cx="86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Mail.Read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5669280"/>
            <a:ext cx="1252728" cy="292608"/>
          </a:xfrm>
          <a:prstGeom prst="roundRect">
            <a:avLst>
              <a:gd name="adj" fmla="val 25000"/>
            </a:avLst>
          </a:prstGeom>
          <a:solidFill>
            <a:srgbClr val="14182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566928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Calendars.Read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554480"/>
            <a:ext cx="73152" cy="47548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Application Permission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4652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on its own behalf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26060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owns its own scope — no user context required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its own Knowledge source (MCP server, RAG store, DB)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shared/internal Q&amp;A workloads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explicitly bounded by the Blueprint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5212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Demo: ForgedScholarTwo answers policy questions from bank KB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46520" y="5669280"/>
            <a:ext cx="1019556" cy="292608"/>
          </a:xfrm>
          <a:prstGeom prst="roundRect">
            <a:avLst>
              <a:gd name="adj" fmla="val 25000"/>
            </a:avLst>
          </a:prstGeom>
          <a:solidFill>
            <a:srgbClr val="141828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5669280"/>
            <a:ext cx="101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26680" y="5669280"/>
            <a:ext cx="630936" cy="292608"/>
          </a:xfrm>
          <a:prstGeom prst="roundRect">
            <a:avLst>
              <a:gd name="adj" fmla="val 25000"/>
            </a:avLst>
          </a:prstGeom>
          <a:solidFill>
            <a:srgbClr val="14182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566928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MCP:kb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869680" y="5669280"/>
            <a:ext cx="786384" cy="292608"/>
          </a:xfrm>
          <a:prstGeom prst="roundRect">
            <a:avLst>
              <a:gd name="adj" fmla="val 25000"/>
            </a:avLst>
          </a:prstGeom>
          <a:solidFill>
            <a:srgbClr val="141828"/>
          </a:solidFill>
          <a:ln w="12700">
            <a:solidFill>
              <a:srgbClr val="8A8F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0" y="566928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Graph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— bidirectional content protection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2926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protection runs in BOTH directions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2286000"/>
            <a:ext cx="2103120" cy="1828800"/>
          </a:xfrm>
          <a:prstGeom prst="rect">
            <a:avLst/>
          </a:prstGeom>
          <a:solidFill>
            <a:srgbClr val="141828"/>
          </a:solidFill>
          <a:ln w="9525">
            <a:solidFill>
              <a:srgbClr val="B02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7889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types a prompt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2286000"/>
            <a:ext cx="2286000" cy="1828800"/>
          </a:xfrm>
          <a:prstGeom prst="rect">
            <a:avLst/>
          </a:prstGeom>
          <a:solidFill>
            <a:srgbClr val="141828"/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27889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SDK · SIT match → ALLOW / BLOCK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286000"/>
            <a:ext cx="2103120" cy="1828800"/>
          </a:xfrm>
          <a:prstGeom prst="rect">
            <a:avLst/>
          </a:prstGeom>
          <a:solidFill>
            <a:srgbClr val="141828"/>
          </a:solidFill>
          <a:ln w="9525">
            <a:solidFill>
              <a:srgbClr val="FF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27889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+ drafts a response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0" y="2286000"/>
            <a:ext cx="2286000" cy="1828800"/>
          </a:xfrm>
          <a:prstGeom prst="rect">
            <a:avLst/>
          </a:prstGeom>
          <a:solidFill>
            <a:srgbClr val="141828"/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 CLASSIFY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52560" y="27889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screened before it leaves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26080" y="3200400"/>
            <a:ext cx="54864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60720" y="3200400"/>
            <a:ext cx="54864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412480" y="3200400"/>
            <a:ext cx="54864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4663440"/>
            <a:ext cx="11155680" cy="1645920"/>
          </a:xfrm>
          <a:prstGeom prst="rect">
            <a:avLst/>
          </a:prstGeom>
          <a:solidFill>
            <a:srgbClr val="141828"/>
          </a:solidFill>
          <a:ln w="9525">
            <a:solidFill>
              <a:srgbClr val="FF2A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tonight's demo, the harness blocks: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724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SSN  </a:t>
            </a:r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IBAN  </a:t>
            </a:r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  </a:t>
            </a:r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 Card  </a:t>
            </a:r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Tax ID  </a:t>
            </a:r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Account Number  </a:t>
            </a:r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 → Purview SDK if scopes wired; Fallback mode → deterministic SIT regex (today's demo).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defender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Apps — the SOC view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21945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activity hits Entra sign-in &amp; audit logs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ingests as a connected app — agent shows up alongside SaaS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policies fire on unusual hours, locations, volumes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'agent attempted action outside blueprint permission set' → high severity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KQL in Sentinel using the Agent ID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54480"/>
            <a:ext cx="73152" cy="47548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policies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21945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first-time Graph endpoint called by an agent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token exchange failures &gt; 5/min for one agent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outbound when prompt-block rate &gt; 10% (likely abuse)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Auto-disable agent on 'Blueprint drift' (live perms ≠ manifest)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digest: top 10 agents by Graph call volume + cost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admin.microsoft.com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Admin Center — agent catalog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22860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registered agent appears in admin.microsoft.com → Agents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22402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sees lifecycle status (Active · Suspended · Pending review)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 can suspend an agent across the tenant with one click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consumption surfaced per agent, per user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UX teams already know from Teams / Copilot Studio app management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657600" cy="210312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14800"/>
            <a:ext cx="73152" cy="21031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51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admin.microsoft.com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Settings → Integrated apps → Agents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4114800"/>
            <a:ext cx="3657600" cy="210312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4114800"/>
            <a:ext cx="73152" cy="21031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251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entra.microsoft.com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8463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Identity → Applications → Agent IDs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4114800"/>
            <a:ext cx="3657600" cy="210312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4114800"/>
            <a:ext cx="73152" cy="21031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251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purview.microsoft.com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66760" y="48463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Security → DLP for AI Apps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YourCustomAgentHarness fits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1371600"/>
          </a:xfrm>
          <a:prstGeom prst="rect">
            <a:avLst/>
          </a:prstGeom>
          <a:solidFill>
            <a:srgbClr val="141828"/>
          </a:solidFill>
          <a:ln w="9525">
            <a:solidFill>
              <a:srgbClr val="FF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783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harness stays. You wire in Agent 365 SDK at four specific seams.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1155680" cy="6858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00400"/>
            <a:ext cx="73152" cy="6858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004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3200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97680" y="3200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ad-hoc creds with Entra Agent ID minted from Blueprint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155680" cy="6858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77640"/>
            <a:ext cx="73152" cy="68580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776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3977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297680" y="3977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appManifest to Microsoft 365 admin center on agent boot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155680" cy="6858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754880"/>
            <a:ext cx="73152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7548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4754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protection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297680" y="4754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prompt I/O with Purview SDK (or harness fallback)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155680" cy="6858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532120"/>
            <a:ext cx="73152" cy="68580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532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645920" y="5532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297680" y="5532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exporter → Agent 365 (in addition to your APM)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— tonight's running system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2377440" cy="4572000"/>
          </a:xfrm>
          <a:prstGeom prst="rect">
            <a:avLst/>
          </a:prstGeom>
          <a:solidFill>
            <a:srgbClr val="141828"/>
          </a:solidFill>
          <a:ln w="9525">
            <a:solidFill>
              <a:srgbClr val="B02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USER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MSAL.js SPA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/hub UI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/admin 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577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(localhost:4001)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1554480"/>
            <a:ext cx="3657600" cy="4572000"/>
          </a:xfrm>
          <a:prstGeom prst="rect">
            <a:avLst/>
          </a:prstGeom>
          <a:solidFill>
            <a:srgbClr val="141828"/>
          </a:solidFill>
          <a:ln w="9525">
            <a:solidFill>
              <a:srgbClr val="FF8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63240" y="2148840"/>
            <a:ext cx="33832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148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harness.api  :4000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063240" y="2880360"/>
            <a:ext cx="33832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2880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ForgedAgentOne :3979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063240" y="3611880"/>
            <a:ext cx="33832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ForgedScholarTwo :3980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063240" y="4343400"/>
            <a:ext cx="33832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4343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kb-mcp :3981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063240" y="5074920"/>
            <a:ext cx="33832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5074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2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365 SDK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63240" y="5852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(local machine)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1554480"/>
            <a:ext cx="2560320" cy="4572000"/>
          </a:xfrm>
          <a:prstGeom prst="rect">
            <a:avLst/>
          </a:prstGeom>
          <a:solidFill>
            <a:srgbClr val="141828"/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03720" y="2148840"/>
            <a:ext cx="228600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gpt-4.1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03720" y="2880360"/>
            <a:ext cx="228600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text-embed-3-sm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03720" y="3611880"/>
            <a:ext cx="228600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 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Blueprint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03720" y="4343400"/>
            <a:ext cx="228600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Graph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03720" y="5074920"/>
            <a:ext cx="228600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5074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2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Purview SDK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509760" y="1554480"/>
            <a:ext cx="2468880" cy="4572000"/>
          </a:xfrm>
          <a:prstGeom prst="rect">
            <a:avLst/>
          </a:prstGeom>
          <a:solidFill>
            <a:srgbClr val="141828"/>
          </a:solidFill>
          <a:ln w="9525">
            <a:solidFill>
              <a:srgbClr val="FF2A6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976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PORTALS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46920" y="2148840"/>
            <a:ext cx="219456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4692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admin.microsoft.com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46920" y="2880360"/>
            <a:ext cx="219456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4692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entra.microsoft.com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46920" y="3611880"/>
            <a:ext cx="219456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4692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purview.microsoft.com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646920" y="4343400"/>
            <a:ext cx="219456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46920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ai.azure.com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646920" y="5074920"/>
            <a:ext cx="219456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46920" y="5074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portal.azure.com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5 chapters, 90 minutes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8686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554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600200" y="1554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the harness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92040" y="15544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up → blueprint validation → process tree comes alive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1115568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514600"/>
            <a:ext cx="73152" cy="8686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5146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600200" y="2514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Agent identity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92040" y="2514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blueprint → see Agent ID in Entra → pin in admin center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1115568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474720"/>
            <a:ext cx="73152" cy="8686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4747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600200" y="34747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model + SDK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92040" y="34747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deployment via DefaultAzureCredential — no API keys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1115568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434840"/>
            <a:ext cx="73152" cy="86868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4348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2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600200" y="4434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the prompt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92040" y="44348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SDK blocks SSN, IBAN, internal account # — both directions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15568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394960"/>
            <a:ext cx="73152" cy="8686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39496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1600200" y="5394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agents, two patterns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892040" y="5394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 (Mail/Cal) + Application + KB (MCP) — live in /hub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ch.1 / boot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boot the harness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 step machine renders [INTRO] → [COMMAND] → [EXECUTING] → [RESULT] → [VERIFY]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YAML schema is validated against the spec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up brings up 5 processes: api, web, kb-mcp, ForgedAgentOne, ForgedScholarTwo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probes — az login, A365 SDK, Foundry reachability, AOAI Entra-auth, Purview policy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out: nothing is hidden — every process logs in /admin Activity Console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486400" cy="2743200"/>
          </a:xfrm>
          <a:prstGeom prst="rect">
            <a:avLst/>
          </a:prstGeom>
          <a:solidFill>
            <a:srgbClr val="0D1224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645920"/>
            <a:ext cx="109728" cy="109728"/>
          </a:xfrm>
          <a:prstGeom prst="ellipse">
            <a:avLst/>
          </a:prstGeom>
          <a:solidFill>
            <a:srgbClr val="FF2A6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645920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656832" y="1645920"/>
            <a:ext cx="109728" cy="109728"/>
          </a:xfrm>
          <a:prstGeom prst="ellipse">
            <a:avLst/>
          </a:prstGeom>
          <a:solidFill>
            <a:srgbClr val="53D1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874520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C:\customagentharness&gt; harness up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harness ] api          : ready (4000)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harness ] web          : ready (4001)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harness ] kb-mcp       : ready (3981)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harness ] ForgedAgentOne : ready (3979)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harness ] ForgedScholarTwo: ready (3980)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5/5 services healthy   ·   62s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480560"/>
            <a:ext cx="5486400" cy="1828800"/>
          </a:xfrm>
          <a:prstGeom prst="rect">
            <a:avLst/>
          </a:prstGeom>
          <a:solidFill>
            <a:srgbClr val="141828"/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to open at the end of Ch.1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5029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http://localhost:4001/admin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5532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process tree + OTel SSE feed.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ch.2 / blueprint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register the blueprint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blueprint apply forged-agent-one — converts harness YAML → A365 JSON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a365 develop register-blueprint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mints an Agent ID and bonds it to the blueprint object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pivot to the Entra portal to see the blueprint + Agent ID objects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 and SponsorId are visible — accountability is now in your IAM tool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486400" cy="3108960"/>
          </a:xfrm>
          <a:prstGeom prst="rect">
            <a:avLst/>
          </a:prstGeom>
          <a:solidFill>
            <a:srgbClr val="0D1224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645920"/>
            <a:ext cx="109728" cy="109728"/>
          </a:xfrm>
          <a:prstGeom prst="ellipse">
            <a:avLst/>
          </a:prstGeom>
          <a:solidFill>
            <a:srgbClr val="FF2A6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645920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656832" y="1645920"/>
            <a:ext cx="109728" cy="109728"/>
          </a:xfrm>
          <a:prstGeom prst="ellipse">
            <a:avLst/>
          </a:prstGeom>
          <a:solidFill>
            <a:srgbClr val="53D1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874520"/>
            <a:ext cx="5212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harness blueprint apply forged-agent-one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validating blueprint schema      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converting harness → a365 JSON   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a365 develop register-blueprint  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blueprintId  bp_3a8f...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agentId      ag_91c2...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ownerOid     37573fec-807b-...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→ entra.microsoft.com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754880"/>
            <a:ext cx="5486400" cy="1554480"/>
          </a:xfrm>
          <a:prstGeom prst="rect">
            <a:avLst/>
          </a:prstGeom>
          <a:solidFill>
            <a:srgbClr val="141828"/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892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entra.microsoft.com → Identity → Applications → Agent Blueprints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5349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ForgedAgentOne · owner: admin@mixox.org · permissions array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ch.3 / sdk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bind Foundry model + init SDK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cognitiveservices account list  → discover mxsecfoundry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deployment gpt-4.1 → write into appsettings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has disableLocalAuth=true  →  NO API keys used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uses DefaultAzureCredential — same auth your admins already know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365 SDK boots: OTel trace shows blueprintId + agentId on every span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486400" cy="3291840"/>
          </a:xfrm>
          <a:prstGeom prst="rect">
            <a:avLst/>
          </a:prstGeom>
          <a:solidFill>
            <a:srgbClr val="0D1224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645920"/>
            <a:ext cx="109728" cy="109728"/>
          </a:xfrm>
          <a:prstGeom prst="ellipse">
            <a:avLst/>
          </a:prstGeom>
          <a:solidFill>
            <a:srgbClr val="FF2A6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645920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656832" y="1645920"/>
            <a:ext cx="109728" cy="109728"/>
          </a:xfrm>
          <a:prstGeom prst="ellipse">
            <a:avLst/>
          </a:prstGeom>
          <a:solidFill>
            <a:srgbClr val="53D1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874520"/>
            <a:ext cx="5212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ForgedAgentOne/Program.cs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cred = new DefaultAzureCredential();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.AddAzureOpenAIChatCompletion(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deploymentName: "gpt-4.1",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endpoint: foundryEndpoint,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credentials: cred);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builder.Services.AddAgent365SDK(opts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opts.BlueprintId = "bp_3a8f...";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opts.AgentId     = "ag_91c2...";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937760"/>
            <a:ext cx="5486400" cy="1371600"/>
          </a:xfrm>
          <a:prstGeom prst="rect">
            <a:avLst/>
          </a:prstGeom>
          <a:solidFill>
            <a:srgbClr val="141828"/>
          </a:solidFill>
          <a:ln w="9525">
            <a:solidFill>
              <a:srgbClr val="FF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security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54406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policies on the agent's identity now gate every model call.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ch.4 / purview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Purview blocks the bad prompts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6400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15544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Hi! What's my schedule today?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SITs matched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286000"/>
            <a:ext cx="111556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286000"/>
            <a:ext cx="73152" cy="64008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22860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 this transaction: 4111-1111-1111-1111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CreditCardNumber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111556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017520"/>
            <a:ext cx="73152" cy="64008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11680" y="30175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wire to IBAN DE89 3704 0044 0532 0130 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IBAN, SWIFT context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111556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749040"/>
            <a:ext cx="73152" cy="64008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749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11680" y="3749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SSN 123-45-6789 in CRM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0" y="3749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USSocialSecurityNumber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480560"/>
            <a:ext cx="111556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480560"/>
            <a:ext cx="73152" cy="6400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480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011680" y="44805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Anonymized stats from last quarter, please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0" y="4480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SITs matched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212080"/>
            <a:ext cx="11155680" cy="6400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212080"/>
            <a:ext cx="73152" cy="64008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212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011680" y="52120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Hey agent, what's customer Mei's tax ID?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44000" y="5212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CustomerTaxId (output)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989320"/>
            <a:ext cx="11155680" cy="502920"/>
          </a:xfrm>
          <a:prstGeom prst="rect">
            <a:avLst/>
          </a:prstGeom>
          <a:solidFill>
            <a:srgbClr val="141828"/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prompt is blocked on the AGENT → USER direction. Sensitive data never leaves the boundary.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ch.5 / obo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5a — OBO · reads YOUR mail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/hub → click 'Sign in with Microsoft'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MSAL.js gets a Graph token for the SIGNED-IN USER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'summarize my unread emails'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passes the user assertion to ForgedAgentOne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does OBO → calls Graph as YOU (Mail.Read)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rendered with provenance: 'sourced from your Outlook'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0D1224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645920"/>
            <a:ext cx="109728" cy="109728"/>
          </a:xfrm>
          <a:prstGeom prst="ellipse">
            <a:avLst/>
          </a:prstGeom>
          <a:solidFill>
            <a:srgbClr val="FF2A6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645920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656832" y="1645920"/>
            <a:ext cx="109728" cy="109728"/>
          </a:xfrm>
          <a:prstGeom prst="ellipse">
            <a:avLst/>
          </a:prstGeom>
          <a:solidFill>
            <a:srgbClr val="53D1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874520"/>
            <a:ext cx="52120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/api/agents/forged-agent-one/chat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Authorization: Bearer &lt;user-assertion&gt;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agent.OnExchangeToken(async ctx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graphToken = await OboTokenAsync(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ctx.UserAssertion,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scopes: new[] { "Mail.Read"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GraphClient(graphToken);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Mail.Read   200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user sees: 'You have 3 unread...'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ch.5 / app+kb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— App-perm · KB-grounded answers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/hub → pick 'ForgedScholarTwo' from the agent dropdown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'what's our KYC threshold for high-risk customers?'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does NOT need user delegation — it has its own scope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the kb-mcp MCP server (localhost:3981)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MCP returns 5 chunks with citations from /kb/agenticbank/*.md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rendered with footnotes — verifiable, grounded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0D1224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645920"/>
            <a:ext cx="109728" cy="109728"/>
          </a:xfrm>
          <a:prstGeom prst="ellipse">
            <a:avLst/>
          </a:prstGeom>
          <a:solidFill>
            <a:srgbClr val="FF2A6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645920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656832" y="1645920"/>
            <a:ext cx="109728" cy="109728"/>
          </a:xfrm>
          <a:prstGeom prst="ellipse">
            <a:avLst/>
          </a:prstGeom>
          <a:solidFill>
            <a:srgbClr val="53D1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874520"/>
            <a:ext cx="52120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ForgedScholarTwo prompt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hits = await mcpKb.SearchAsync(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query: userMessage,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topK: 5);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sys = $@"You are a bank policy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assistant. Answer ONLY from these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chunks. Cite [source] inline.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{string.Join('\n', hits)}";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await chat.GetResponseAsync(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 + userMessage);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[kyc-policy.md §3.2]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[risk-tiers.md §1.1]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new agent definition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→ New Agent →   wizard or paste-blueprint mode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2194560"/>
            <a:ext cx="10698480" cy="457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194560"/>
            <a:ext cx="73152" cy="4572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owner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21945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the responsible business owner + sponsor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2697480"/>
            <a:ext cx="10698480" cy="457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697480"/>
            <a:ext cx="73152" cy="45720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mode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2697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(OBO) · Application · Hybrid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3200400"/>
            <a:ext cx="10698480" cy="457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3200400"/>
            <a:ext cx="73152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876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23360" y="3200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Graph delegated + app permission catalog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" y="3703320"/>
            <a:ext cx="10698480" cy="457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3703320"/>
            <a:ext cx="73152" cy="45720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0876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2336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endpoints, RAG stores, SharePoint, custom DB connectors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77240" y="4206240"/>
            <a:ext cx="10698480" cy="457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206240"/>
            <a:ext cx="73152" cy="4572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0876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profile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023360" y="42062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org default OR pick agent-specific SITs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77240" y="4709160"/>
            <a:ext cx="10698480" cy="457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4709160"/>
            <a:ext cx="73152" cy="45720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4709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50876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deployment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023360" y="47091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deployment dropdown · region · token budget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77240" y="5212080"/>
            <a:ext cx="10698480" cy="457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5212080"/>
            <a:ext cx="73152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5212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508760" y="5212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JSON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023360" y="52120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to raw a365 manifest · git diff against last version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77240" y="5715000"/>
            <a:ext cx="10698480" cy="4572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240" y="5715000"/>
            <a:ext cx="73152" cy="45720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5715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508760" y="5715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+ commit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023360" y="5715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blueprint, opens PR in your harness repo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happened, in one slide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harness, now governed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23774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are running on this laptop — same as they would run in your harness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an Entra Agent ID minted from a Blueprint your security team can review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goes through Purview SDK or fallback regex SIT classifier — both directions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shows up in the Microsoft 365 admin center and in Defender for Cloud Apps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write authentication code — DefaultAzureCredential + OBO did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write a DLP engine — Purview did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change your harness's orchestrator — the SDK plugged into the existing seams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checklist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IT must answer before agents ship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9144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SPONSOR for this agent?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2057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owner in admin center — visible to your auditor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11155680" cy="9144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14600"/>
            <a:ext cx="73152" cy="91440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606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permissions does its BLUEPRINT list?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3017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set that meets the use case — review every change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11155680" cy="9144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474720"/>
            <a:ext cx="73152" cy="9144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566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SITs apply to its prompts?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7240" y="3977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org defaults + add agent-specific (e.g. account #, PII)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155680" cy="9144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34840"/>
            <a:ext cx="73152" cy="91440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26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SOC pivot?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Sentinel/Defender by AgentId; alerts on blueprint drift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155680" cy="91440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394960"/>
            <a:ext cx="73152" cy="9144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486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kill switch?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7724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admin center → Suspend; revoke Agent ID in Entra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signals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signals you get for free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30352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8686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5544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15544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event per agent token exchange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30352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54480"/>
            <a:ext cx="73152" cy="8686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5544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15544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 per Graph call (incl. resource path)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514600"/>
            <a:ext cx="530352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514600"/>
            <a:ext cx="73152" cy="8686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5146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25880" y="25146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event per Purview block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2514600"/>
            <a:ext cx="530352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514600"/>
            <a:ext cx="73152" cy="86868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5146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95160" y="25146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failure on conditional access deny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3474720"/>
            <a:ext cx="530352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474720"/>
            <a:ext cx="73152" cy="8686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474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25880" y="34747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Center lifecycle change events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3474720"/>
            <a:ext cx="530352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3474720"/>
            <a:ext cx="73152" cy="8686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3474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95160" y="34747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consumption per agent per day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530352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434840"/>
            <a:ext cx="73152" cy="8686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4348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325880" y="4434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invocation telemetry (OTel)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17920" y="4434840"/>
            <a:ext cx="530352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4434840"/>
            <a:ext cx="73152" cy="86868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44348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95160" y="4434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drift alert (live perms ≠ manifest)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530352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394960"/>
            <a:ext cx="73152" cy="8686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53949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325880" y="53949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telemetry from Foundry deployment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217920" y="5394960"/>
            <a:ext cx="5303520" cy="8686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5394960"/>
            <a:ext cx="73152" cy="8686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1" name="Text 49"/>
          <p:cNvSpPr/>
          <p:nvPr/>
        </p:nvSpPr>
        <p:spPr>
          <a:xfrm>
            <a:off x="6355080" y="53949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995160" y="53949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from Defender for Cloud Apps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risks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plan for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713232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71323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55448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sprawl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55448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the blueprints; require PR review from security + biz owner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359152"/>
            <a:ext cx="11155680" cy="713232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359152"/>
            <a:ext cx="73152" cy="713232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35915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Token-storm cost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2359152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 per AgentId; Foundry deployment quotas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163824"/>
            <a:ext cx="11155680" cy="713232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163824"/>
            <a:ext cx="73152" cy="7132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16382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replication lag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3163824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 after policy create; document in runbook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968496"/>
            <a:ext cx="11155680" cy="713232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968496"/>
            <a:ext cx="73152" cy="713232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96849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Local-auth temptation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3968496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disableLocalAuth=true on Foundry — force Entra (we did)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773168"/>
            <a:ext cx="11155680" cy="713232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73168"/>
            <a:ext cx="73152" cy="71323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77316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reuse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0" y="477316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ID per use-case; never share across teams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577840"/>
            <a:ext cx="11155680" cy="713232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577840"/>
            <a:ext cx="73152" cy="713232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5778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MCP servers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0" y="557784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MCP endpoints in blueprint; egress controls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roadmap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roadmap from here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36576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783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77240" y="2468880"/>
            <a:ext cx="3108960" cy="18288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69748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existing agents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sponsor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blueprints for 2 pilot agents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43400" y="1554480"/>
            <a:ext cx="36576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1554480"/>
            <a:ext cx="73152" cy="475488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783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30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572000" y="2468880"/>
            <a:ext cx="3108960" cy="18288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69748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all in-flight agents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org-default Purview SITs for AI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Sentinel detection by AgentId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38160" y="1554480"/>
            <a:ext cx="3657600" cy="475488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554480"/>
            <a:ext cx="73152" cy="47548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1783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90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8366760" y="2468880"/>
            <a:ext cx="310896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269748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GitOps + PR review SLA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telemetry dashboards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access review by sponsor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layout — what you take home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4206240"/>
          </a:xfrm>
          <a:prstGeom prst="rect">
            <a:avLst/>
          </a:prstGeom>
          <a:solidFill>
            <a:srgbClr val="0D1224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1645920"/>
            <a:ext cx="109728" cy="109728"/>
          </a:xfrm>
          <a:prstGeom prst="ellipse">
            <a:avLst/>
          </a:prstGeom>
          <a:solidFill>
            <a:srgbClr val="FF2A6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645920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" y="1645920"/>
            <a:ext cx="109728" cy="109728"/>
          </a:xfrm>
          <a:prstGeom prst="ellipse">
            <a:avLst/>
          </a:prstGeom>
          <a:solidFill>
            <a:srgbClr val="53D16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1874520"/>
            <a:ext cx="10881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C:\customagentharness\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apps\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harness.tui\               # Spectre.Console demo driver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harness.api\               # Admin API + OTel SSE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harness.web\               # Next.js admin + 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ForgedAgentOne\            # Delegated/OBO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ForgedScholarTwo\          # App-perm + KB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customagentharness-kb-mcp\ # Local MCP 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blueprints\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forged-agent-one.harness.yaml  +  .a365.json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forged-scholar-two.harness.yaml +  .a365.json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shared\CustomAgentHarness.Shared\  # SDK wrapper + Purview wrapper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kb\agenticbank\               # KB markdown corpus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workshop\                      # this deck, agenda, demo-script, leave-behind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943600"/>
            <a:ext cx="11155680" cy="548640"/>
          </a:xfrm>
          <a:prstGeom prst="rect">
            <a:avLst/>
          </a:prstGeom>
          <a:solidFill>
            <a:srgbClr val="141828"/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harness demo --workshop      (Spectre TUI · 12 steps · --demo-mode fallback)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leave-behind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600200" y="594360"/>
            <a:ext cx="22860" cy="685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5029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leave with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11155680" cy="59436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54480"/>
            <a:ext cx="73152" cy="59436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deck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1554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workshop/slides.pptx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1554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slides (PPTX)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240280"/>
            <a:ext cx="11155680" cy="59436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240280"/>
            <a:ext cx="73152" cy="59436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240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91840" y="22402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workshop/demo-script.md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2240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presenter guide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11155680" cy="59436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926080"/>
            <a:ext cx="73152" cy="5943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926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Run-of-show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91840" y="29260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workshop/agenda.md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2926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timing + pre-flight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11155680" cy="59436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611880"/>
            <a:ext cx="73152" cy="594360"/>
          </a:xfrm>
          <a:prstGeom prst="rect">
            <a:avLst/>
          </a:prstGeom>
          <a:solidFill>
            <a:srgbClr val="FF2A6D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611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91840" y="36118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workshop/leave-behind.md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0" y="36118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+ technical handout (print)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11155680" cy="59436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297680"/>
            <a:ext cx="73152" cy="59436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297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291840" y="4297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workshop/architecture.excalidraw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0" y="4297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system diagram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4983480"/>
            <a:ext cx="11155680" cy="59436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983480"/>
            <a:ext cx="73152" cy="59436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983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291840" y="4983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blueprints/*.yaml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772400" y="4983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YAML you can fork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8640" y="5669280"/>
            <a:ext cx="11155680" cy="594360"/>
          </a:xfrm>
          <a:prstGeom prst="rect">
            <a:avLst/>
          </a:prstGeom>
          <a:solidFill>
            <a:srgbClr val="141828"/>
          </a:solidFill>
          <a:ln w="9525">
            <a:solidFill>
              <a:srgbClr val="2A30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5669280"/>
            <a:ext cx="73152" cy="5943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669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harness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291840" y="56692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apps/**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772400" y="5669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· KB MCP · TUI · admin/hub UI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q&amp;a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1247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8000" dirty="0"/>
          </a:p>
        </p:txBody>
      </p:sp>
      <p:sp>
        <p:nvSpPr>
          <p:cNvPr id="11" name="Shape 9"/>
          <p:cNvSpPr/>
          <p:nvPr/>
        </p:nvSpPr>
        <p:spPr>
          <a:xfrm>
            <a:off x="4251960" y="4434840"/>
            <a:ext cx="3657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doubts, push-back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the awkward ones especially.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admin@mixox.org  ·  github.com/&lt;your-org&gt;/customagentharness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4063898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6812280"/>
            <a:ext cx="4063898" cy="45720"/>
          </a:xfrm>
          <a:prstGeom prst="rect">
            <a:avLst/>
          </a:prstGeom>
          <a:solidFill>
            <a:srgbClr val="B026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97" y="6812280"/>
            <a:ext cx="4063898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53935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Agent 365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AgenticBank IT Workshop  ·  Customer-Owned Agents on Agent 365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thank you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your agents.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them like apps.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them like users.</a:t>
            </a:r>
            <a:endParaRPr lang="en-US" sz="6000" dirty="0"/>
          </a:p>
        </p:txBody>
      </p:sp>
      <p:sp>
        <p:nvSpPr>
          <p:cNvPr id="14" name="Shape 12"/>
          <p:cNvSpPr/>
          <p:nvPr/>
        </p:nvSpPr>
        <p:spPr>
          <a:xfrm>
            <a:off x="3657600" y="5852160"/>
            <a:ext cx="484632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CustomAgentHarness  ×  Microsoft Agent 365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CustomAgentHarness on Microsoft Agent 365</dc:title>
  <dc:subject>PptxGenJS Presentation</dc:subject>
  <dc:creator>admin@mixox.org</dc:creator>
  <cp:lastModifiedBy>admin@mixox.org</cp:lastModifiedBy>
  <cp:revision>1</cp:revision>
  <dcterms:created xsi:type="dcterms:W3CDTF">2026-06-03T20:51:54Z</dcterms:created>
  <dcterms:modified xsi:type="dcterms:W3CDTF">2026-06-03T20:51:54Z</dcterms:modified>
</cp:coreProperties>
</file>